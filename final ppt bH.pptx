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layfair Display Bold" charset="1" panose="00000000000000000000"/>
      <p:regular r:id="rId16"/>
    </p:embeddedFont>
    <p:embeddedFont>
      <p:font typeface="Didact Gothic" charset="1" panose="00000500000000000000"/>
      <p:regular r:id="rId17"/>
    </p:embeddedFont>
    <p:embeddedFont>
      <p:font typeface="Playfair Display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95232"/>
            <a:ext cx="12011025" cy="298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3"/>
              </a:lnSpc>
              <a:spcBef>
                <a:spcPct val="0"/>
              </a:spcBef>
            </a:pPr>
            <a:r>
              <a:rPr lang="en-US" b="true" sz="813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ORIGIN AND RISE OF THE TRAVANCORE DYNASTY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47814" y="1304732"/>
            <a:ext cx="5296126" cy="7953568"/>
          </a:xfrm>
          <a:custGeom>
            <a:avLst/>
            <a:gdLst/>
            <a:ahLst/>
            <a:cxnLst/>
            <a:rect r="r" b="b" t="t" l="l"/>
            <a:pathLst>
              <a:path h="7953568" w="5296126">
                <a:moveTo>
                  <a:pt x="0" y="0"/>
                </a:moveTo>
                <a:lnTo>
                  <a:pt x="5296126" y="0"/>
                </a:lnTo>
                <a:lnTo>
                  <a:pt x="5296126" y="7953568"/>
                </a:lnTo>
                <a:lnTo>
                  <a:pt x="0" y="7953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" t="-2107" r="0" b="-33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15417"/>
            <a:ext cx="7629525" cy="32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6"/>
              </a:lnSpc>
              <a:spcBef>
                <a:spcPct val="0"/>
              </a:spcBef>
            </a:pPr>
            <a:r>
              <a:rPr lang="en-US" sz="2533" strike="noStrike" u="none">
                <a:solidFill>
                  <a:srgbClr val="8B7355"/>
                </a:solidFill>
                <a:latin typeface="Didact Gothic"/>
                <a:ea typeface="Didact Gothic"/>
                <a:cs typeface="Didact Gothic"/>
                <a:sym typeface="Didact Gothic"/>
              </a:rPr>
              <a:t>From Venad Kingdom to a Powerful South Indian State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667" y="6522415"/>
            <a:ext cx="4835893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Presented By: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Akash Purohit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Arya Wankhade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4082" y="597097"/>
            <a:ext cx="13077825" cy="65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1"/>
              </a:lnSpc>
              <a:spcBef>
                <a:spcPct val="0"/>
              </a:spcBef>
            </a:pPr>
            <a:r>
              <a:rPr lang="en-US" b="true" sz="5211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ORIGINS AND EARLY HISTORY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4082" y="1740588"/>
            <a:ext cx="10433307" cy="692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Originated from the Venad royal family in southern Kerala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Venad was a small kingdom around present-day Kollam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and Thiruvananthapuram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Kerala was divided into many small kingdoms during the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17th century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Each kingdom fought for control over lucrative spice trade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routes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Marthanda Varma became ruler in 1729 and  strengthened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  <a:r>
              <a:rPr lang="en-US" sz="318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the kingdom.</a:t>
            </a: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4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17475" y="1563859"/>
            <a:ext cx="5833405" cy="7694441"/>
          </a:xfrm>
          <a:custGeom>
            <a:avLst/>
            <a:gdLst/>
            <a:ahLst/>
            <a:cxnLst/>
            <a:rect r="r" b="b" t="t" l="l"/>
            <a:pathLst>
              <a:path h="7694441" w="5833405">
                <a:moveTo>
                  <a:pt x="0" y="0"/>
                </a:moveTo>
                <a:lnTo>
                  <a:pt x="5833405" y="0"/>
                </a:lnTo>
                <a:lnTo>
                  <a:pt x="5833405" y="7694441"/>
                </a:lnTo>
                <a:lnTo>
                  <a:pt x="0" y="7694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451" t="0" r="-6545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4508" y="2202186"/>
            <a:ext cx="5116929" cy="6930378"/>
          </a:xfrm>
          <a:custGeom>
            <a:avLst/>
            <a:gdLst/>
            <a:ahLst/>
            <a:cxnLst/>
            <a:rect r="r" b="b" t="t" l="l"/>
            <a:pathLst>
              <a:path h="6930378" w="5116929">
                <a:moveTo>
                  <a:pt x="0" y="0"/>
                </a:moveTo>
                <a:lnTo>
                  <a:pt x="5116929" y="0"/>
                </a:lnTo>
                <a:lnTo>
                  <a:pt x="5116929" y="6930378"/>
                </a:lnTo>
                <a:lnTo>
                  <a:pt x="0" y="693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3834" y="1143000"/>
            <a:ext cx="1396783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MARTHANDA VARMA'S KEY ACHIEVEMENTS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3834" y="2253723"/>
            <a:ext cx="12230100" cy="581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Defeated the powerful Ettuveettil Pillamar (Eight Noble Houses)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Established centralized administration under the monarchy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Transformed small Venad into the mighty Travancore Kingdom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Used strategic military conquests and diplomatic maneuvers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a formidable military force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Implemented effective governance systems for lasting stability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62250" y="4152900"/>
            <a:ext cx="857250" cy="43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62250" y="5715000"/>
            <a:ext cx="857250" cy="43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62250" y="7277100"/>
            <a:ext cx="1581150" cy="43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2737656"/>
            <a:ext cx="5771249" cy="577124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2"/>
              <a:stretch>
                <a:fillRect l="-11" t="0" r="-1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020873"/>
            <a:ext cx="130778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TERRITORY AND EXPANSION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77885" y="2571725"/>
            <a:ext cx="9716378" cy="640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Largest kingdom in southern Kerala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Included Thiruvananthapuram, Kollam, Alappuzha,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Pathanamthitta, and Kottayam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Extended south to Kanyakumari in Tamil Nadu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Northern border reached parts of Ernakulam region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a formidable military force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Implemented effective governance systems for lasting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stability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57199" y="2035444"/>
            <a:ext cx="6768875" cy="6216113"/>
          </a:xfrm>
          <a:custGeom>
            <a:avLst/>
            <a:gdLst/>
            <a:ahLst/>
            <a:cxnLst/>
            <a:rect r="r" b="b" t="t" l="l"/>
            <a:pathLst>
              <a:path h="6216113" w="6768875">
                <a:moveTo>
                  <a:pt x="0" y="0"/>
                </a:moveTo>
                <a:lnTo>
                  <a:pt x="6768875" y="0"/>
                </a:lnTo>
                <a:lnTo>
                  <a:pt x="6768875" y="6216112"/>
                </a:lnTo>
                <a:lnTo>
                  <a:pt x="0" y="6216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2" t="0" r="-387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0770" y="1800848"/>
            <a:ext cx="9615726" cy="817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Battle of Colachel (1741) – defeated the Dutch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East India Company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One of the earliest Asian victories over a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European colonial force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Dutch commander De Lannoy joined  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</a:t>
            </a: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Travancore army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Army modernized using European military  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</a:t>
            </a: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techniques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Nedumkotta fortification against Mysore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invasions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Successfully defended against Tipu Sultan's</a:t>
            </a:r>
          </a:p>
          <a:p>
            <a:pPr algn="l" marL="0" indent="0" lvl="0">
              <a:lnSpc>
                <a:spcPts val="4066"/>
              </a:lnSpc>
              <a:spcBef>
                <a:spcPct val="0"/>
              </a:spcBef>
            </a:pPr>
            <a:r>
              <a:rPr lang="en-US" sz="3567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attacks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0770" y="741976"/>
            <a:ext cx="130778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MILITARY POWER AND WARS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1008" y="2384829"/>
            <a:ext cx="7650102" cy="5517342"/>
          </a:xfrm>
          <a:custGeom>
            <a:avLst/>
            <a:gdLst/>
            <a:ahLst/>
            <a:cxnLst/>
            <a:rect r="r" b="b" t="t" l="l"/>
            <a:pathLst>
              <a:path h="5517342" w="7650102">
                <a:moveTo>
                  <a:pt x="0" y="0"/>
                </a:moveTo>
                <a:lnTo>
                  <a:pt x="7650102" y="0"/>
                </a:lnTo>
                <a:lnTo>
                  <a:pt x="7650102" y="5517342"/>
                </a:lnTo>
                <a:lnTo>
                  <a:pt x="0" y="5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94" t="0" r="-80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2119" y="1143000"/>
            <a:ext cx="1441509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ADMINISTRATION AND ECONOMIC GROWTH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119" y="2264243"/>
            <a:ext cx="11220450" cy="717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Developed strong centralized administration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Improved agriculture and irrigation systems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Spice trade increased kingdom wealth significantly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Pepper, cardamom, and cinnamon were exports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extensive road networks and markets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Developed key ports along the Arabian Sea coast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Trade relations with Arabs and Europeans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Kingdom became economically stable and powerful</a:t>
            </a:r>
          </a:p>
          <a:p>
            <a:pPr algn="l" marL="0" indent="0" lvl="0">
              <a:lnSpc>
                <a:spcPts val="25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0034" y="2659465"/>
            <a:ext cx="7429345" cy="5827635"/>
          </a:xfrm>
          <a:custGeom>
            <a:avLst/>
            <a:gdLst/>
            <a:ahLst/>
            <a:cxnLst/>
            <a:rect r="r" b="b" t="t" l="l"/>
            <a:pathLst>
              <a:path h="5827635" w="7429345">
                <a:moveTo>
                  <a:pt x="0" y="0"/>
                </a:moveTo>
                <a:lnTo>
                  <a:pt x="7429345" y="0"/>
                </a:lnTo>
                <a:lnTo>
                  <a:pt x="7429345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14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3761160" cy="4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3681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CULTURAL CONTRIBUTIONS AND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86965"/>
            <a:ext cx="8391525" cy="68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and renovated many temples across Kerala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Sree Padmanabhaswamy Temple became the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spiritual center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Constructed Padmanabhapuram Palace with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traditional Kerala architecture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Built forts and defensive walls like Nedumkotta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Supported Kathakali, literature, and classical arts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Encouraged Sanskrit and Malayalam learning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Improved water canals and public infrastructure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0493" y="1926064"/>
            <a:ext cx="5217974" cy="7131206"/>
          </a:xfrm>
          <a:custGeom>
            <a:avLst/>
            <a:gdLst/>
            <a:ahLst/>
            <a:cxnLst/>
            <a:rect r="r" b="b" t="t" l="l"/>
            <a:pathLst>
              <a:path h="7131206" w="5217974">
                <a:moveTo>
                  <a:pt x="0" y="0"/>
                </a:moveTo>
                <a:lnTo>
                  <a:pt x="5217974" y="0"/>
                </a:lnTo>
                <a:lnTo>
                  <a:pt x="5217974" y="7131206"/>
                </a:lnTo>
                <a:lnTo>
                  <a:pt x="0" y="713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38" r="0" b="-16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1880" y="2141220"/>
            <a:ext cx="10637881" cy="601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Maintained trade relations with Portuguese, Dutch, and </a:t>
            </a: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British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Exported spices through Arabian Sea trade routes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Used diplomacy to avoid complete British annexation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Dutch influence reduced after the Battle of Colachel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British became major political allies during later years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Signed treaties with the British East India Company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Maintained partial independence under British protection</a:t>
            </a:r>
          </a:p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31880" y="800100"/>
            <a:ext cx="130778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FOREIGN RELATIONS: EARLY PERIOD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5449" y="2762688"/>
            <a:ext cx="7399010" cy="5369408"/>
          </a:xfrm>
          <a:custGeom>
            <a:avLst/>
            <a:gdLst/>
            <a:ahLst/>
            <a:cxnLst/>
            <a:rect r="r" b="b" t="t" l="l"/>
            <a:pathLst>
              <a:path h="5369408" w="7399010">
                <a:moveTo>
                  <a:pt x="0" y="0"/>
                </a:moveTo>
                <a:lnTo>
                  <a:pt x="7399010" y="0"/>
                </a:lnTo>
                <a:lnTo>
                  <a:pt x="7399010" y="5369408"/>
                </a:lnTo>
                <a:lnTo>
                  <a:pt x="0" y="5369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4" r="0" b="-16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4970" y="1143000"/>
            <a:ext cx="130778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5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TRANSFER OF POWER AND LEGACY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970" y="2358876"/>
            <a:ext cx="9640478" cy="680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 Signed Subsidiary Alliance with the British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British troops stationed for kingdom protection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Kingdom paid subsidies to the British government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Became a princely state under British control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Post 1947 : Travancore merged into modern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Kerala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• Sree Padmanabhaswamy Temple remains a</a:t>
            </a:r>
          </a:p>
          <a:p>
            <a:pPr algn="just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3378" strike="noStrike" u="none">
                <a:solidFill>
                  <a:srgbClr val="3B2F2F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lasting symbol</a:t>
            </a:r>
          </a:p>
          <a:p>
            <a:pPr algn="l" marL="0" indent="0" lvl="0">
              <a:lnSpc>
                <a:spcPts val="38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25861" y="4002353"/>
            <a:ext cx="1516684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50"/>
              </a:lnSpc>
              <a:spcBef>
                <a:spcPct val="0"/>
              </a:spcBef>
            </a:pPr>
            <a:r>
              <a:rPr lang="en-US" b="true" sz="15000" strike="noStrike" u="none">
                <a:solidFill>
                  <a:srgbClr val="3B2F2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DAHK4hqFMbQ</dc:identifier>
  <dcterms:modified xsi:type="dcterms:W3CDTF">2011-08-01T06:04:30Z</dcterms:modified>
  <cp:revision>1</cp:revision>
  <dc:title>Travancore Dynasty: Origin, Rule &amp; Legacy</dc:title>
</cp:coreProperties>
</file>